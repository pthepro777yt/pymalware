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74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5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AAB78-3725-7BB9-370B-0930EA466C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89C361-0917-F86E-E36D-9135EC37E2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577DD7-E56C-E636-B3C3-20EFBE453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EF8E7-D17C-4BD6-8A27-DE5565DD6475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AAFD7-91F6-F6BF-D606-41A409505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2535D-53F8-95F7-F9A2-A2FC941D4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7FB7D-5E3A-468F-80A0-68CE48905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510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1215E-B105-6964-0808-7F916325A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ADA5D5-FC54-C3CA-AA62-C8CE80B001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9E877C-7718-C602-2B73-D0388A06F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EF8E7-D17C-4BD6-8A27-DE5565DD6475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8728BE-BEB3-4F98-D5D5-9D6B1B351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3BDCBA-AB13-8968-CB32-4428B53D1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7FB7D-5E3A-468F-80A0-68CE48905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847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BDEC0-4B2F-3291-FE2A-912D258A0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410A75-A634-9C27-6BC3-A8525BAA4F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DA712-3FB4-0D42-BD0C-CF27CB47D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EF8E7-D17C-4BD6-8A27-DE5565DD6475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BF1844-2A84-7212-CD80-DC341B475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1F732D-A205-08A1-DDAC-F8F899BDF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7FB7D-5E3A-468F-80A0-68CE48905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463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FAE00-41F2-670B-375B-F449DA424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E69E1-9315-5484-86B2-C2DD57CBDD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9C10A2-A0B8-5171-B3BE-89AE6412BB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A4A9A3-1239-2ABA-3D4B-764531BFF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EF8E7-D17C-4BD6-8A27-DE5565DD6475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96541E-9FAF-66CA-1C50-645069854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846604-4F8C-EBEA-4954-CABF021F3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7FB7D-5E3A-468F-80A0-68CE48905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027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59368-BC73-E8DF-8AD2-8A3E152A3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DD6380-795F-8C0A-82CC-3DBF3406C2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91FD25-805E-9824-90DA-132123A48B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F8AD6C-DE71-DEB1-1B60-8BCFFB4DA5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7BD14B-180E-AFE1-2DA1-DBB000DB82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0DD9DC-994B-EC14-00D1-B65D0E3C5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EF8E7-D17C-4BD6-8A27-DE5565DD6475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F934C0-03DC-543C-C4B5-551EBC117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C01D31-7341-BF49-64C6-827D30D0B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7FB7D-5E3A-468F-80A0-68CE48905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588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93E31-D5F1-11AE-1618-68931AF40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037F07-30EF-8901-6C08-E068889CD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EF8E7-D17C-4BD6-8A27-DE5565DD6475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85182F-AF6D-A926-93C8-B820C6D77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1BAA3C-6EEE-883D-D7EF-7AB9F2721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7FB7D-5E3A-468F-80A0-68CE48905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6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71B518-8F51-8EC9-AB91-5CF9A02D6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EF8E7-D17C-4BD6-8A27-DE5565DD6475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103822-8168-DFA8-4F39-5181C85CA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B605C2-C181-5297-F6C4-A0C4655BD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7FB7D-5E3A-468F-80A0-68CE48905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807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DCD9B-5695-5F3B-7E96-F7BBF52B0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60D88E-8A9D-F51C-8542-6FE2AD6634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9E9FD6-E184-EF6F-8579-A462B2C136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2BD848-2787-C143-4BA2-65B7EB412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EF8E7-D17C-4BD6-8A27-DE5565DD6475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218AAF-843B-E491-62A1-78C1693AB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986DF1-8753-D2A4-AE67-D89AE732B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7FB7D-5E3A-468F-80A0-68CE48905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181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6D7D0-7DAE-5545-7FF6-7EFDFA4DD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68AD53-E635-4D95-8CD2-766E535712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CB12A3-ED04-75D7-C6E0-F4BF02E386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2F4C7F-EF2E-94C3-BF49-B71841925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EF8E7-D17C-4BD6-8A27-DE5565DD6475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E43B11-3974-E061-EF47-6BFA1B1B4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67B0DC-FD46-2A83-02CF-0826420E0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7FB7D-5E3A-468F-80A0-68CE48905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336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415CF-94CC-63E7-BEB8-ED92D447D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545751-C93C-892B-39A3-9468F068F8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834855-5E5B-AA3F-9C74-DCC14CBEC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EF8E7-D17C-4BD6-8A27-DE5565DD6475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C0E5A0-4555-733B-B6EF-607FFB50B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BFC566-B713-0038-65B4-0171FA124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7FB7D-5E3A-468F-80A0-68CE48905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122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000525-0101-F7E7-A464-B8409E7645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1E7588-71B5-421C-C163-98D6BE5711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B2ABB5-0419-5297-87F3-EBB070DE4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EF8E7-D17C-4BD6-8A27-DE5565DD6475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3BF5C0-4F7D-C560-1894-58C07BE6B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8303E6-FF78-5F96-50C3-4B3E78CF7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7FB7D-5E3A-468F-80A0-68CE48905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413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D75CEE-B3EE-D231-A451-0C1EC4E80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84C631-D600-17F4-9533-A0116CF262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DEDC9E-DE62-914E-9394-251CF47983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5EF8E7-D17C-4BD6-8A27-DE5565DD6475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6B131-CA8C-0B43-8125-3F95903F8F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19EE2-18C6-A794-646C-4DDC36BF5A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F7FB7D-5E3A-468F-80A0-68CE48905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853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83C0A-87AB-49FA-3B06-2CB611D772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Something has trashed your file… What could it be?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37A8768-6F70-8B28-45A5-07C2F20EB4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9056" y="3509963"/>
            <a:ext cx="1893888" cy="2844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91890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Something has trashed your file… What could it be?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 Menegatti</dc:creator>
  <cp:lastModifiedBy>P Menegatti</cp:lastModifiedBy>
  <cp:revision>1</cp:revision>
  <dcterms:created xsi:type="dcterms:W3CDTF">2024-07-11T22:26:36Z</dcterms:created>
  <dcterms:modified xsi:type="dcterms:W3CDTF">2024-07-11T22:29:31Z</dcterms:modified>
</cp:coreProperties>
</file>